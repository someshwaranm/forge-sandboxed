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THE FUTURE HACKATHON  ·  TEAM SANDBOXED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Eyewitness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8D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incident response agent that saw it happen.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Paddhariya</a:t>
            </a:r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lead</a:t>
            </a:r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Rahil Mavani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 ·  Amazon Bedrock  ·  S3  ·  Sarvam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checkout is broken. The dashboard is green. The customer leaves.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Place Order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returns early. No request, no error, no spinner. The shopper clicks three times and gives up.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sees: nothing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2651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 total stuck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goes 1, 2, 3, 4. The line price updates. The order total never moves.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sees: 200 OK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17320"/>
            <a:ext cx="2651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dropped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photo shows as attached, review posts, the photo is never saved.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sees: 200 OK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replay already recorded every one of these, frame by frame.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watches it.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sessions a day. The first signal is a support ticket, days later, if it comes at all.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EYEWITNESS  ·  TEAM SANDBOXED  ·  FORGE THE FUTURE HACKATHON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shrinking funnel: each stage costs more and sees less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ES|QL query. Dead clicks, rage clicks, re-submits, 5xx, slow API.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1371600"/>
            <a:ext cx="146304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508760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28600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Chromium replays the rrweb session at real speed.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371600"/>
            <a:ext cx="146304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1508760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97764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watches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7764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vision model: did the user visibly fail? Most are fine.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7764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$0.19 / session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1371600"/>
            <a:ext cx="146304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150876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66928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self-check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only job: argue the finding is wrong. Survivors count.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1371600"/>
            <a:ext cx="146304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60920" y="150876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36092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filed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36092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Case with clip, second, trace, blast radius. kNN dedupe.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6092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from a real run started from the operator page: 4 sessions flagged, 2 confirmed broken, 2 case updates, 556 seconds, $0.64.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is shown pixels and counts, never a story. It must cite the second.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EYEWITNESS  ·  TEAM SANDBOXED  ·  FORGE THE FUTURE HACKATHON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button. Watch it work. Read the answer.</a:t>
            </a:r>
            <a:endParaRPr lang="en-US" sz="2600" dirty="0"/>
          </a:p>
        </p:txBody>
      </p:sp>
      <p:pic>
        <p:nvPicPr>
          <p:cNvPr id="4" name="Image 0" descr="/Users/mohitpaddhariya/conductor/workspaces/early-hack-elastic/st-georges/.context/deck-admin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760720" cy="2112264"/>
          </a:xfrm>
          <a:prstGeom prst="rect">
            <a:avLst/>
          </a:prstGeom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3520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page after a run: four numbers, then the pipeline and its result sentence.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92240" y="1280160"/>
            <a:ext cx="54864" cy="65836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investigation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window, press once. No terminal, no config.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92240" y="2057400"/>
            <a:ext cx="54864" cy="65836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pipeline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fill as they run. A plain sentence says what happened.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92240" y="2834640"/>
            <a:ext cx="54864" cy="65836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broken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751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not reports. Headline, the moment on screen, three steps.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92240" y="3611880"/>
            <a:ext cx="54864" cy="65836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session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7512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Journey, signals, score, status and a replay link.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EYEWITNESS  ·  TEAM SANDBOXED  ·  FORGE THE FUTURE HACKATHON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“the checkout looks broken.” This.</a:t>
            </a:r>
            <a:endParaRPr lang="en-US" sz="2600" dirty="0"/>
          </a:p>
        </p:txBody>
      </p:sp>
      <p:pic>
        <p:nvPicPr>
          <p:cNvPr id="4" name="Image 0" descr="/Users/mohitpaddhariya/conductor/workspaces/early-hack-elastic/st-georges/.context/deck-incident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459736"/>
          </a:xfrm>
          <a:prstGeom prst="rect">
            <a:avLst/>
          </a:prstGeom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3840480"/>
            <a:ext cx="54864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Plain-English headline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4096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the model for a non-engineer, 60 characters or fewer.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3840480"/>
            <a:ext cx="54864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24912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moment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24912" y="4096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clip paused at the failing second. One click plays it.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3840480"/>
            <a:ext cx="54864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steps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28032" y="4096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Tried, should have, got instead. The third line is red.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66560" y="3840480"/>
            <a:ext cx="54864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checks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31152" y="4096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on screen. Server fine or failed. Survived review.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EYEWITNESS  ·  TEAM SANDBOXED  ·  FORGE THE FUTURE HACKATHON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DEPTH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is in the investigation at every stage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INDICES, ONE SESSION ID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512064"/>
          </a:xfrm>
          <a:prstGeom prst="rect">
            <a:avLst/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replay-events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rrweb event as a disabled object: stored, never indexed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931920" cy="512064"/>
          </a:xfrm>
          <a:prstGeom prst="rect">
            <a:avLst/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summary per session, Painless upsert, signals object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512064"/>
          </a:xfrm>
          <a:prstGeom prst="rect">
            <a:avLst/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server-events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 per API call, session_id + trace_id keywords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931920" cy="512064"/>
          </a:xfrm>
          <a:prstGeom prst="rect">
            <a:avLst/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dense_vector 1536 cosine, fingerprint, route, case 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97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AND WHY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444752"/>
            <a:ext cx="54864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3716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ES|QL  </a:t>
            </a:r>
            <a:pPr indent="0" marL="0">
              <a:buNone/>
            </a:pPr>
            <a:r>
              <a:rPr lang="en-US" sz="10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sweep. Threshold and window retunable, no code.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993392"/>
            <a:ext cx="54864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92024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terms + filter aggs  </a:t>
            </a:r>
            <a:pPr indent="0" marL="0">
              <a:buNone/>
            </a:pPr>
            <a:r>
              <a:rPr lang="en-US" sz="10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signals for a thousand sessions in one round trip.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542032"/>
            <a:ext cx="54864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6888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+ range  </a:t>
            </a:r>
            <a:pPr indent="0" marL="0">
              <a:buNone/>
            </a:pPr>
            <a:r>
              <a:rPr lang="en-US" sz="10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within ±10 s of the failing second.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090672"/>
            <a:ext cx="54864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1752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  </a:t>
            </a:r>
            <a:pPr indent="0" marL="0">
              <a:buNone/>
            </a:pPr>
            <a:r>
              <a:rPr lang="en-US" sz="10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memory. Cosine gate at 0.85, backend evidence must agree.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639312"/>
            <a:ext cx="54864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5661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Cases API, alerting, Vega  </a:t>
            </a:r>
            <a:pPr indent="0" marL="0">
              <a:buNone/>
            </a:pPr>
            <a:r>
              <a:rPr lang="en-US" sz="10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ticket, the pager, the operator dashboard.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</a:t>
            </a:r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Converse for triage, extraction, review · Bedrock embeddings · S3 presigned evidence     · 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 </a:t>
            </a:r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Tamil case summaries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EYEWITNESS  ·  TEAM SANDBOXED  ·  FORGE THE FUTURE HACKATHON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THIS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can prove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17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false positives across 7 healthy sessions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8288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417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9748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2560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injected faults. The miss had no signal at all.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288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417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min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006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ticket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560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median, session end to Kibana Case, 3.5 to 16 range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8288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417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$0.27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90372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incident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2560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$0.19 per session watched. $2.13 across 3 runs.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12-session ground-truth run, 5 injected faults, 7 healthy, scored against the truth file. Small and controlled, not a production guarantee.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we are most proud of is the zero. Adversarial self-review is what keeps it there.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EYEWITNESS  ·  TEAM SANDBOXED  ·  FORGE THE FUTURE HACKATHON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BUSINESS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 is the gap between “when it broke” and “when someone noticed”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9184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checkouts a day · 2% silent failure · ₹2,499 average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Support-led 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C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Eyewitness, 30-minute sweep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checkouts before 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to 600 over 2 to 3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4 per sweep interval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 exposed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 to 15 lakh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₹10,400 per interval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time to reproduce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2 hours hunting for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scrub to the second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headcount, churned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$6 a day in model calls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54864" cy="77724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churn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3959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96% who never file a ticket become a count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3703320"/>
            <a:ext cx="54864" cy="77724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24912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24912" y="3959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goes to zero; the case opens on the second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3703320"/>
            <a:ext cx="54864" cy="77724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insight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28032" y="3959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signals are a friction report per release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66560" y="3703320"/>
            <a:ext cx="54864" cy="77724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QA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31152" y="3959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case is a structured bug report a coding agent can fix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EYEWITNESS  ·  TEAM SANDBOXED  ·  FORGE THE FUTURE HACKATHON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 ·  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run tonight and to reuse tomorrow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55064"/>
            <a:ext cx="237744" cy="237744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55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 tests, lint, types, prod build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scoring, ingest, admin API, Kibana, memory, renderer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237744" cy="237744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Resumable and scheduled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checkpoints, scheduled repeats, doctor checks every key first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37744" cy="237744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54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by construction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sweep discards most sessions before any model call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04488"/>
            <a:ext cx="237744" cy="237744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about limits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151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signal-free failures escape; API events, not full OTel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1655064"/>
            <a:ext cx="237744" cy="237744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655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Three-line integration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03520" y="19019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the recorder, send the session id header, wrap API routes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404872"/>
            <a:ext cx="237744" cy="237744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knows about shopping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0352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signals, one query, prompts about a session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3154680"/>
            <a:ext cx="237744" cy="237744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154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Plugs into what you page 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0352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Cases, alerting rules, connectors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3904488"/>
            <a:ext cx="237744" cy="237744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funnel, any journey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303520" y="4151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onboarding, SaaS settings, insurance claims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EYEWITNESS  ·  TEAM SANDBOXED  ·  FORGE THE FUTURE HACKATHON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was always there.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D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something watches it, argues with itself, and files only what it can prove.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recall gap: compare the final screen to the expected outcome of the last action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half of the loop: a coding agent opens the PR with the clip attached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renderer, Agent Builder over the indices, APM and RUM, ELSER over runbooks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github.com/someshwaranM/forge-sandboxed  ·  pull request #1  ·  SUBMISSION.md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Sandboxed  ·  Mohit Paddhariya, Rahil Mavani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Eyewitness</dc:title>
  <dc:subject>PptxGenJS Presentation</dc:subject>
  <dc:creator>Team Sandboxed</dc:creator>
  <cp:lastModifiedBy>Team Sandboxed</cp:lastModifiedBy>
  <cp:revision>1</cp:revision>
  <dcterms:created xsi:type="dcterms:W3CDTF">2026-09-18T11:09:48Z</dcterms:created>
  <dcterms:modified xsi:type="dcterms:W3CDTF">2026-09-18T11:09:48Z</dcterms:modified>
</cp:coreProperties>
</file>